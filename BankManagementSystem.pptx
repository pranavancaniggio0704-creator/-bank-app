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1C2B4A">
              <a:alpha val="60000"/>
            </a:srgbClr>
          </a:solidFill>
          <a:ln w="12700">
            <a:solidFill>
              <a:srgbClr val="1C2B4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0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9"/>
                </a:solidFill>
              </a:rPr>
              <a:t>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50" kern="0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CLI project — from terminal to browser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039"/>
          </a:solidFill>
          <a:ln w="12700">
            <a:solidFill>
              <a:srgbClr val="162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Pranavan Caniggio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&amp;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190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{ 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CLI-based with JSON persistence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7190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64992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core banking operations in a lightweight terminal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7190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code + interactive React web UI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in the Original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except clause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8928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Swallowed every error — KeyboardInterrupt, PermissionError, all silently ignored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9900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deposits, empty names, non-numeric input all crash or corrupt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precision drift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balance as float causes errors like ₹100.00000000001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file write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8928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mid-save wipes the entire accounts.json 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timestamps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29900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had no date/time — impossible to audit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033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2039"/>
          </a:solidFill>
          <a:ln w="12700">
            <a:solidFill>
              <a:srgbClr val="FF5C6A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deletion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operation was missing entirely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Fixed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53619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81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exception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481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+ JSONDecodeError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97510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20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helper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920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_get_positive_float() blocks bad input upfront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414016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file save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359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os.replace() prevents data loss on crash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85292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980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round(..., 2) on all balances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798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floating-point precision drift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9544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29184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236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on transactions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236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with date and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48456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73075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75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deletion + confirm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3675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operation with a safety confirmation prompt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087368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16966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114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Dict-based menu dispatch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long if/elif chain cleanly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6350">
            <a:solidFill>
              <a:srgbClr val="1C2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608576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553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table display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45537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columns with consistent spacing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 to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81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664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572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validation, instant 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1664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13832" y="1572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13832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account picker, balance shown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24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807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2715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081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balance callout in emerald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624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3752" y="2807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13832" y="2715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3081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log — green deposits, red withdrawals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950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⊟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70432" y="3858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confirm step prevents accidents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67328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395020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</a:rPr>
              <a:t>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13832" y="3858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13832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browser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81328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3756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OOP class design, file I/O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read/write to accounts.json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633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6334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every transaction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2095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32095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9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+ useState hooks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85616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785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37560" y="3785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persistence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3785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survive page refresh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61688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361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37560" y="4361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361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 — dark navy terminal aesthetic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548640"/>
            <a:ext cx="3657600" cy="3657600"/>
          </a:xfrm>
          <a:prstGeom prst="ellipse">
            <a:avLst/>
          </a:prstGeom>
          <a:solidFill>
            <a:srgbClr val="00C896">
              <a:alpha val="8000"/>
            </a:srgbClr>
          </a:solidFill>
          <a:ln w="12700">
            <a:solidFill>
              <a:srgbClr val="00C89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9936" y="1234440"/>
            <a:ext cx="1024128" cy="1024128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59936" y="1188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9"/>
                </a:solidFill>
              </a:rPr>
              <a:t>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  ·  Pranavan Caniggio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7672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0984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Save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7608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subject>PptxGenJS Presentation</dc:subject>
  <dc:creator>Pranavan Caniggio</dc:creator>
  <cp:lastModifiedBy>Pranavan Caniggio</cp:lastModifiedBy>
  <cp:revision>1</cp:revision>
  <dcterms:created xsi:type="dcterms:W3CDTF">2026-06-22T11:38:15Z</dcterms:created>
  <dcterms:modified xsi:type="dcterms:W3CDTF">2026-06-22T11:38:15Z</dcterms:modified>
</cp:coreProperties>
</file>